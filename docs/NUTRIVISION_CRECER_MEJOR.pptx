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HK Grotesk" panose="020B0604020202020204" charset="0"/>
      <p:regular r:id="rId14"/>
    </p:embeddedFont>
    <p:embeddedFont>
      <p:font typeface="HK Grotesk Bold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Inter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1044" y="1571999"/>
            <a:ext cx="836587" cy="429019"/>
          </a:xfrm>
          <a:custGeom>
            <a:avLst/>
            <a:gdLst/>
            <a:ahLst/>
            <a:cxnLst/>
            <a:rect l="l" t="t" r="r" b="b"/>
            <a:pathLst>
              <a:path w="836587" h="429019">
                <a:moveTo>
                  <a:pt x="0" y="0"/>
                </a:moveTo>
                <a:lnTo>
                  <a:pt x="836586" y="0"/>
                </a:lnTo>
                <a:lnTo>
                  <a:pt x="836586" y="429019"/>
                </a:lnTo>
                <a:lnTo>
                  <a:pt x="0" y="429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99797" y="1081013"/>
            <a:ext cx="2997799" cy="5801361"/>
            <a:chOff x="0" y="0"/>
            <a:chExt cx="789544" cy="15279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9544" cy="1527930"/>
            </a:xfrm>
            <a:custGeom>
              <a:avLst/>
              <a:gdLst/>
              <a:ahLst/>
              <a:cxnLst/>
              <a:rect l="l" t="t" r="r" b="b"/>
              <a:pathLst>
                <a:path w="789544" h="1527930">
                  <a:moveTo>
                    <a:pt x="0" y="0"/>
                  </a:moveTo>
                  <a:lnTo>
                    <a:pt x="789544" y="0"/>
                  </a:lnTo>
                  <a:lnTo>
                    <a:pt x="789544" y="1527930"/>
                  </a:lnTo>
                  <a:lnTo>
                    <a:pt x="0" y="1527930"/>
                  </a:lnTo>
                  <a:close/>
                </a:path>
              </a:pathLst>
            </a:custGeom>
            <a:solidFill>
              <a:srgbClr val="FD8B80"/>
            </a:solidFill>
            <a:ln w="66675" cap="sq">
              <a:solidFill>
                <a:srgbClr val="FF981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789544" cy="1508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5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068948" y="614415"/>
            <a:ext cx="3726003" cy="6942317"/>
            <a:chOff x="0" y="0"/>
            <a:chExt cx="4968004" cy="92564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68004" cy="9256423"/>
            </a:xfrm>
            <a:custGeom>
              <a:avLst/>
              <a:gdLst/>
              <a:ahLst/>
              <a:cxnLst/>
              <a:rect l="l" t="t" r="r" b="b"/>
              <a:pathLst>
                <a:path w="4968004" h="9256423">
                  <a:moveTo>
                    <a:pt x="0" y="0"/>
                  </a:moveTo>
                  <a:lnTo>
                    <a:pt x="4968004" y="0"/>
                  </a:lnTo>
                  <a:lnTo>
                    <a:pt x="4968004" y="9256423"/>
                  </a:lnTo>
                  <a:lnTo>
                    <a:pt x="0" y="9256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445246" y="468680"/>
              <a:ext cx="937359" cy="937359"/>
            </a:xfrm>
            <a:custGeom>
              <a:avLst/>
              <a:gdLst/>
              <a:ahLst/>
              <a:cxnLst/>
              <a:rect l="l" t="t" r="r" b="b"/>
              <a:pathLst>
                <a:path w="937359" h="937359">
                  <a:moveTo>
                    <a:pt x="0" y="0"/>
                  </a:moveTo>
                  <a:lnTo>
                    <a:pt x="937359" y="0"/>
                  </a:lnTo>
                  <a:lnTo>
                    <a:pt x="937359" y="937359"/>
                  </a:lnTo>
                  <a:lnTo>
                    <a:pt x="0" y="937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445246" y="1382605"/>
              <a:ext cx="3187022" cy="1874719"/>
            </a:xfrm>
            <a:custGeom>
              <a:avLst/>
              <a:gdLst/>
              <a:ahLst/>
              <a:cxnLst/>
              <a:rect l="l" t="t" r="r" b="b"/>
              <a:pathLst>
                <a:path w="3187022" h="1874719">
                  <a:moveTo>
                    <a:pt x="0" y="0"/>
                  </a:moveTo>
                  <a:lnTo>
                    <a:pt x="3187021" y="0"/>
                  </a:lnTo>
                  <a:lnTo>
                    <a:pt x="3187021" y="1874719"/>
                  </a:lnTo>
                  <a:lnTo>
                    <a:pt x="0" y="1874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5915" y="1954445"/>
              <a:ext cx="2159676" cy="677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51"/>
                </a:lnSpc>
              </a:pPr>
              <a:r>
                <a:rPr lang="en-US" sz="1434" b="1" spc="-43">
                  <a:solidFill>
                    <a:srgbClr val="00153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¡Hístal Envíanos la medición de hoy!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884072" y="2319964"/>
              <a:ext cx="468680" cy="468680"/>
            </a:xfrm>
            <a:custGeom>
              <a:avLst/>
              <a:gdLst/>
              <a:ahLst/>
              <a:cxnLst/>
              <a:rect l="l" t="t" r="r" b="b"/>
              <a:pathLst>
                <a:path w="468680" h="468680">
                  <a:moveTo>
                    <a:pt x="0" y="0"/>
                  </a:moveTo>
                  <a:lnTo>
                    <a:pt x="468680" y="0"/>
                  </a:lnTo>
                  <a:lnTo>
                    <a:pt x="468680" y="468680"/>
                  </a:lnTo>
                  <a:lnTo>
                    <a:pt x="0" y="468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804417" y="2765210"/>
              <a:ext cx="2718342" cy="1406039"/>
            </a:xfrm>
            <a:custGeom>
              <a:avLst/>
              <a:gdLst/>
              <a:ahLst/>
              <a:cxnLst/>
              <a:rect l="l" t="t" r="r" b="b"/>
              <a:pathLst>
                <a:path w="2718342" h="1406039">
                  <a:moveTo>
                    <a:pt x="0" y="0"/>
                  </a:moveTo>
                  <a:lnTo>
                    <a:pt x="2718342" y="0"/>
                  </a:lnTo>
                  <a:lnTo>
                    <a:pt x="2718342" y="1406039"/>
                  </a:lnTo>
                  <a:lnTo>
                    <a:pt x="0" y="1406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45246" y="4147815"/>
              <a:ext cx="3187022" cy="1406039"/>
            </a:xfrm>
            <a:custGeom>
              <a:avLst/>
              <a:gdLst/>
              <a:ahLst/>
              <a:cxnLst/>
              <a:rect l="l" t="t" r="r" b="b"/>
              <a:pathLst>
                <a:path w="3187022" h="1406039">
                  <a:moveTo>
                    <a:pt x="0" y="0"/>
                  </a:moveTo>
                  <a:lnTo>
                    <a:pt x="3187021" y="0"/>
                  </a:lnTo>
                  <a:lnTo>
                    <a:pt x="3187021" y="1406039"/>
                  </a:lnTo>
                  <a:lnTo>
                    <a:pt x="0" y="1406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249662" y="4616495"/>
              <a:ext cx="913925" cy="937359"/>
            </a:xfrm>
            <a:custGeom>
              <a:avLst/>
              <a:gdLst/>
              <a:ahLst/>
              <a:cxnLst/>
              <a:rect l="l" t="t" r="r" b="b"/>
              <a:pathLst>
                <a:path w="913925" h="937359">
                  <a:moveTo>
                    <a:pt x="0" y="0"/>
                  </a:moveTo>
                  <a:lnTo>
                    <a:pt x="913926" y="0"/>
                  </a:lnTo>
                  <a:lnTo>
                    <a:pt x="913926" y="937359"/>
                  </a:lnTo>
                  <a:lnTo>
                    <a:pt x="0" y="937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445246" y="5530420"/>
              <a:ext cx="2718342" cy="2343398"/>
            </a:xfrm>
            <a:custGeom>
              <a:avLst/>
              <a:gdLst/>
              <a:ahLst/>
              <a:cxnLst/>
              <a:rect l="l" t="t" r="r" b="b"/>
              <a:pathLst>
                <a:path w="2718342" h="2343398">
                  <a:moveTo>
                    <a:pt x="0" y="0"/>
                  </a:moveTo>
                  <a:lnTo>
                    <a:pt x="2718342" y="0"/>
                  </a:lnTo>
                  <a:lnTo>
                    <a:pt x="2718342" y="2343398"/>
                  </a:lnTo>
                  <a:lnTo>
                    <a:pt x="0" y="2343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13925" y="5530420"/>
              <a:ext cx="913925" cy="1874719"/>
            </a:xfrm>
            <a:custGeom>
              <a:avLst/>
              <a:gdLst/>
              <a:ahLst/>
              <a:cxnLst/>
              <a:rect l="l" t="t" r="r" b="b"/>
              <a:pathLst>
                <a:path w="913925" h="1874719">
                  <a:moveTo>
                    <a:pt x="0" y="0"/>
                  </a:moveTo>
                  <a:lnTo>
                    <a:pt x="913926" y="0"/>
                  </a:lnTo>
                  <a:lnTo>
                    <a:pt x="913926" y="1874719"/>
                  </a:lnTo>
                  <a:lnTo>
                    <a:pt x="0" y="1874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04417" y="5530420"/>
              <a:ext cx="1359171" cy="1874719"/>
            </a:xfrm>
            <a:custGeom>
              <a:avLst/>
              <a:gdLst/>
              <a:ahLst/>
              <a:cxnLst/>
              <a:rect l="l" t="t" r="r" b="b"/>
              <a:pathLst>
                <a:path w="1359171" h="1874719">
                  <a:moveTo>
                    <a:pt x="0" y="0"/>
                  </a:moveTo>
                  <a:lnTo>
                    <a:pt x="1359171" y="0"/>
                  </a:lnTo>
                  <a:lnTo>
                    <a:pt x="1359171" y="1874719"/>
                  </a:lnTo>
                  <a:lnTo>
                    <a:pt x="0" y="1874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5246" y="7381705"/>
              <a:ext cx="3632267" cy="960793"/>
            </a:xfrm>
            <a:custGeom>
              <a:avLst/>
              <a:gdLst/>
              <a:ahLst/>
              <a:cxnLst/>
              <a:rect l="l" t="t" r="r" b="b"/>
              <a:pathLst>
                <a:path w="3632267" h="960793">
                  <a:moveTo>
                    <a:pt x="0" y="0"/>
                  </a:moveTo>
                  <a:lnTo>
                    <a:pt x="3632267" y="0"/>
                  </a:lnTo>
                  <a:lnTo>
                    <a:pt x="3632267" y="960793"/>
                  </a:lnTo>
                  <a:lnTo>
                    <a:pt x="0" y="960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45246" y="7381705"/>
              <a:ext cx="937359" cy="960793"/>
            </a:xfrm>
            <a:custGeom>
              <a:avLst/>
              <a:gdLst/>
              <a:ahLst/>
              <a:cxnLst/>
              <a:rect l="l" t="t" r="r" b="b"/>
              <a:pathLst>
                <a:path w="937359" h="960793">
                  <a:moveTo>
                    <a:pt x="0" y="0"/>
                  </a:moveTo>
                  <a:lnTo>
                    <a:pt x="937359" y="0"/>
                  </a:lnTo>
                  <a:lnTo>
                    <a:pt x="937359" y="960793"/>
                  </a:lnTo>
                  <a:lnTo>
                    <a:pt x="0" y="960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3608833" y="7381705"/>
              <a:ext cx="913925" cy="960793"/>
            </a:xfrm>
            <a:custGeom>
              <a:avLst/>
              <a:gdLst/>
              <a:ahLst/>
              <a:cxnLst/>
              <a:rect l="l" t="t" r="r" b="b"/>
              <a:pathLst>
                <a:path w="913925" h="960793">
                  <a:moveTo>
                    <a:pt x="0" y="0"/>
                  </a:moveTo>
                  <a:lnTo>
                    <a:pt x="913926" y="0"/>
                  </a:lnTo>
                  <a:lnTo>
                    <a:pt x="913926" y="960793"/>
                  </a:lnTo>
                  <a:lnTo>
                    <a:pt x="0" y="960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5915" y="4485359"/>
              <a:ext cx="2015697" cy="6552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07"/>
                </a:lnSpc>
              </a:pPr>
              <a:r>
                <a:rPr lang="en-US" sz="1434">
                  <a:solidFill>
                    <a:srgbClr val="001532"/>
                  </a:solidFill>
                  <a:latin typeface="Arimo"/>
                  <a:ea typeface="Arimo"/>
                  <a:cs typeface="Arimo"/>
                  <a:sym typeface="Arimo"/>
                </a:rPr>
                <a:t>¡Gracias! Todo en orden por ahora 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81720" y="3525246"/>
              <a:ext cx="1071032" cy="22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7"/>
                </a:lnSpc>
              </a:pPr>
              <a:r>
                <a:rPr lang="en-US" sz="1107" b="1" spc="-33">
                  <a:solidFill>
                    <a:srgbClr val="00153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12.4 kg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89569" y="3543779"/>
              <a:ext cx="539919" cy="219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37"/>
                </a:lnSpc>
              </a:pPr>
              <a:r>
                <a:rPr lang="en-US" sz="1237" b="1" spc="-37">
                  <a:solidFill>
                    <a:srgbClr val="00153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10.18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17236" y="5230319"/>
              <a:ext cx="539919" cy="219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37"/>
                </a:lnSpc>
              </a:pPr>
              <a:r>
                <a:rPr lang="en-US" sz="1237" b="1" spc="-37">
                  <a:solidFill>
                    <a:srgbClr val="00153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2030</a:t>
              </a:r>
            </a:p>
          </p:txBody>
        </p:sp>
      </p:grpSp>
      <p:sp>
        <p:nvSpPr>
          <p:cNvPr id="25" name="Freeform 25"/>
          <p:cNvSpPr/>
          <p:nvPr/>
        </p:nvSpPr>
        <p:spPr>
          <a:xfrm flipH="1">
            <a:off x="12217183" y="1992220"/>
            <a:ext cx="6070817" cy="8294780"/>
          </a:xfrm>
          <a:custGeom>
            <a:avLst/>
            <a:gdLst/>
            <a:ahLst/>
            <a:cxnLst/>
            <a:rect l="l" t="t" r="r" b="b"/>
            <a:pathLst>
              <a:path w="6070817" h="8294780">
                <a:moveTo>
                  <a:pt x="6070817" y="0"/>
                </a:moveTo>
                <a:lnTo>
                  <a:pt x="0" y="0"/>
                </a:lnTo>
                <a:lnTo>
                  <a:pt x="0" y="8294780"/>
                </a:lnTo>
                <a:lnTo>
                  <a:pt x="6070817" y="8294780"/>
                </a:lnTo>
                <a:lnTo>
                  <a:pt x="6070817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875819" y="816779"/>
            <a:ext cx="4134091" cy="907620"/>
            <a:chOff x="0" y="0"/>
            <a:chExt cx="5512121" cy="1210160"/>
          </a:xfrm>
        </p:grpSpPr>
        <p:sp>
          <p:nvSpPr>
            <p:cNvPr id="27" name="Freeform 27"/>
            <p:cNvSpPr/>
            <p:nvPr/>
          </p:nvSpPr>
          <p:spPr>
            <a:xfrm>
              <a:off x="4326408" y="0"/>
              <a:ext cx="1185713" cy="1210160"/>
            </a:xfrm>
            <a:custGeom>
              <a:avLst/>
              <a:gdLst/>
              <a:ahLst/>
              <a:cxnLst/>
              <a:rect l="l" t="t" r="r" b="b"/>
              <a:pathLst>
                <a:path w="1185713" h="1210160">
                  <a:moveTo>
                    <a:pt x="0" y="0"/>
                  </a:moveTo>
                  <a:lnTo>
                    <a:pt x="1185713" y="0"/>
                  </a:lnTo>
                  <a:lnTo>
                    <a:pt x="1185713" y="1210160"/>
                  </a:lnTo>
                  <a:lnTo>
                    <a:pt x="0" y="121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487788" y="902478"/>
              <a:ext cx="708983" cy="256701"/>
            </a:xfrm>
            <a:custGeom>
              <a:avLst/>
              <a:gdLst/>
              <a:ahLst/>
              <a:cxnLst/>
              <a:rect l="l" t="t" r="r" b="b"/>
              <a:pathLst>
                <a:path w="708983" h="256701">
                  <a:moveTo>
                    <a:pt x="0" y="0"/>
                  </a:moveTo>
                  <a:lnTo>
                    <a:pt x="708983" y="0"/>
                  </a:lnTo>
                  <a:lnTo>
                    <a:pt x="708983" y="256701"/>
                  </a:lnTo>
                  <a:lnTo>
                    <a:pt x="0" y="256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223757"/>
              <a:ext cx="4205783" cy="921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13"/>
                </a:lnSpc>
              </a:pPr>
              <a:r>
                <a:rPr lang="en-US" sz="5013" b="1" spc="-150">
                  <a:solidFill>
                    <a:srgbClr val="00153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Nutri</a:t>
              </a:r>
              <a:r>
                <a:rPr lang="en-US" sz="5013" b="1" spc="-150">
                  <a:solidFill>
                    <a:srgbClr val="8144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CRED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746902" y="-145593"/>
            <a:ext cx="2096099" cy="2453213"/>
            <a:chOff x="0" y="0"/>
            <a:chExt cx="2794799" cy="32709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94799" cy="3270950"/>
            </a:xfrm>
            <a:custGeom>
              <a:avLst/>
              <a:gdLst/>
              <a:ahLst/>
              <a:cxnLst/>
              <a:rect l="l" t="t" r="r" b="b"/>
              <a:pathLst>
                <a:path w="2794799" h="3270950">
                  <a:moveTo>
                    <a:pt x="0" y="0"/>
                  </a:moveTo>
                  <a:lnTo>
                    <a:pt x="2794799" y="0"/>
                  </a:lnTo>
                  <a:lnTo>
                    <a:pt x="2794799" y="3270950"/>
                  </a:lnTo>
                  <a:lnTo>
                    <a:pt x="0" y="3270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393342" y="807386"/>
              <a:ext cx="1614773" cy="1656177"/>
            </a:xfrm>
            <a:custGeom>
              <a:avLst/>
              <a:gdLst/>
              <a:ahLst/>
              <a:cxnLst/>
              <a:rect l="l" t="t" r="r" b="b"/>
              <a:pathLst>
                <a:path w="1614773" h="1656177">
                  <a:moveTo>
                    <a:pt x="0" y="0"/>
                  </a:moveTo>
                  <a:lnTo>
                    <a:pt x="1614773" y="0"/>
                  </a:lnTo>
                  <a:lnTo>
                    <a:pt x="1614773" y="1656178"/>
                  </a:lnTo>
                  <a:lnTo>
                    <a:pt x="0" y="1656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-1230681" y="2960082"/>
            <a:ext cx="13107090" cy="13107090"/>
            <a:chOff x="0" y="0"/>
            <a:chExt cx="17476120" cy="17476120"/>
          </a:xfrm>
        </p:grpSpPr>
        <p:sp>
          <p:nvSpPr>
            <p:cNvPr id="34" name="Freeform 34"/>
            <p:cNvSpPr/>
            <p:nvPr/>
          </p:nvSpPr>
          <p:spPr>
            <a:xfrm>
              <a:off x="1226284" y="2187033"/>
              <a:ext cx="15023553" cy="8112718"/>
            </a:xfrm>
            <a:custGeom>
              <a:avLst/>
              <a:gdLst/>
              <a:ahLst/>
              <a:cxnLst/>
              <a:rect l="l" t="t" r="r" b="b"/>
              <a:pathLst>
                <a:path w="15023553" h="8112718">
                  <a:moveTo>
                    <a:pt x="0" y="0"/>
                  </a:moveTo>
                  <a:lnTo>
                    <a:pt x="15023552" y="0"/>
                  </a:lnTo>
                  <a:lnTo>
                    <a:pt x="15023552" y="8112719"/>
                  </a:lnTo>
                  <a:lnTo>
                    <a:pt x="0" y="811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alphaModFix amt="42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17476120" cy="17476120"/>
            </a:xfrm>
            <a:custGeom>
              <a:avLst/>
              <a:gdLst/>
              <a:ahLst/>
              <a:cxnLst/>
              <a:rect l="l" t="t" r="r" b="b"/>
              <a:pathLst>
                <a:path w="17476120" h="17476120">
                  <a:moveTo>
                    <a:pt x="0" y="0"/>
                  </a:moveTo>
                  <a:lnTo>
                    <a:pt x="17476120" y="0"/>
                  </a:lnTo>
                  <a:lnTo>
                    <a:pt x="17476120" y="17476120"/>
                  </a:lnTo>
                  <a:lnTo>
                    <a:pt x="0" y="17476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3012055" y="3573801"/>
              <a:ext cx="11452010" cy="6184085"/>
            </a:xfrm>
            <a:custGeom>
              <a:avLst/>
              <a:gdLst/>
              <a:ahLst/>
              <a:cxnLst/>
              <a:rect l="l" t="t" r="r" b="b"/>
              <a:pathLst>
                <a:path w="11452010" h="6184085">
                  <a:moveTo>
                    <a:pt x="0" y="0"/>
                  </a:moveTo>
                  <a:lnTo>
                    <a:pt x="11452010" y="0"/>
                  </a:lnTo>
                  <a:lnTo>
                    <a:pt x="11452010" y="6184085"/>
                  </a:lnTo>
                  <a:lnTo>
                    <a:pt x="0" y="6184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Freeform 37"/>
          <p:cNvSpPr/>
          <p:nvPr/>
        </p:nvSpPr>
        <p:spPr>
          <a:xfrm>
            <a:off x="8042271" y="2960082"/>
            <a:ext cx="3026677" cy="3026677"/>
          </a:xfrm>
          <a:custGeom>
            <a:avLst/>
            <a:gdLst/>
            <a:ahLst/>
            <a:cxnLst/>
            <a:rect l="l" t="t" r="r" b="b"/>
            <a:pathLst>
              <a:path w="3026677" h="3026677">
                <a:moveTo>
                  <a:pt x="0" y="0"/>
                </a:moveTo>
                <a:lnTo>
                  <a:pt x="3026677" y="0"/>
                </a:lnTo>
                <a:lnTo>
                  <a:pt x="3026677" y="3026677"/>
                </a:lnTo>
                <a:lnTo>
                  <a:pt x="0" y="3026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875819" y="2208888"/>
            <a:ext cx="9173812" cy="253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69"/>
              </a:lnSpc>
            </a:pPr>
            <a:r>
              <a:rPr lang="en-US" sz="9769" b="1" spc="-293">
                <a:solidFill>
                  <a:srgbClr val="001532"/>
                </a:solidFill>
                <a:latin typeface="Inter Bold"/>
                <a:ea typeface="Inter Bold"/>
                <a:cs typeface="Inter Bold"/>
                <a:sym typeface="Inter Bold"/>
              </a:rPr>
              <a:t>De medir a </a:t>
            </a:r>
            <a:r>
              <a:rPr lang="en-US" sz="9769" b="1" spc="-293">
                <a:solidFill>
                  <a:srgbClr val="FF9811"/>
                </a:solidFill>
                <a:latin typeface="Inter Bold"/>
                <a:ea typeface="Inter Bold"/>
                <a:cs typeface="Inter Bold"/>
                <a:sym typeface="Inter Bold"/>
              </a:rPr>
              <a:t>actuar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9846" y="426348"/>
            <a:ext cx="229572" cy="655919"/>
          </a:xfrm>
          <a:custGeom>
            <a:avLst/>
            <a:gdLst/>
            <a:ahLst/>
            <a:cxnLst/>
            <a:rect l="l" t="t" r="r" b="b"/>
            <a:pathLst>
              <a:path w="229572" h="655919">
                <a:moveTo>
                  <a:pt x="0" y="0"/>
                </a:moveTo>
                <a:lnTo>
                  <a:pt x="229572" y="0"/>
                </a:lnTo>
                <a:lnTo>
                  <a:pt x="2295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538509" y="4405996"/>
            <a:ext cx="2611507" cy="1166717"/>
          </a:xfrm>
          <a:custGeom>
            <a:avLst/>
            <a:gdLst/>
            <a:ahLst/>
            <a:cxnLst/>
            <a:rect l="l" t="t" r="r" b="b"/>
            <a:pathLst>
              <a:path w="2611507" h="1166717">
                <a:moveTo>
                  <a:pt x="0" y="0"/>
                </a:moveTo>
                <a:lnTo>
                  <a:pt x="2611507" y="0"/>
                </a:lnTo>
                <a:lnTo>
                  <a:pt x="2611507" y="1166717"/>
                </a:lnTo>
                <a:lnTo>
                  <a:pt x="0" y="1166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9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776349" y="4405996"/>
            <a:ext cx="2357004" cy="1166717"/>
          </a:xfrm>
          <a:custGeom>
            <a:avLst/>
            <a:gdLst/>
            <a:ahLst/>
            <a:cxnLst/>
            <a:rect l="l" t="t" r="r" b="b"/>
            <a:pathLst>
              <a:path w="2357004" h="1166717">
                <a:moveTo>
                  <a:pt x="0" y="0"/>
                </a:moveTo>
                <a:lnTo>
                  <a:pt x="2357004" y="0"/>
                </a:lnTo>
                <a:lnTo>
                  <a:pt x="2357004" y="1166717"/>
                </a:lnTo>
                <a:lnTo>
                  <a:pt x="0" y="1166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535770" y="5796629"/>
            <a:ext cx="2357004" cy="1166717"/>
          </a:xfrm>
          <a:custGeom>
            <a:avLst/>
            <a:gdLst/>
            <a:ahLst/>
            <a:cxnLst/>
            <a:rect l="l" t="t" r="r" b="b"/>
            <a:pathLst>
              <a:path w="2357004" h="1166717">
                <a:moveTo>
                  <a:pt x="0" y="0"/>
                </a:moveTo>
                <a:lnTo>
                  <a:pt x="2357005" y="0"/>
                </a:lnTo>
                <a:lnTo>
                  <a:pt x="2357005" y="1166717"/>
                </a:lnTo>
                <a:lnTo>
                  <a:pt x="0" y="11667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519107" y="6715860"/>
            <a:ext cx="1425988" cy="931017"/>
          </a:xfrm>
          <a:custGeom>
            <a:avLst/>
            <a:gdLst/>
            <a:ahLst/>
            <a:cxnLst/>
            <a:rect l="l" t="t" r="r" b="b"/>
            <a:pathLst>
              <a:path w="1425988" h="931017">
                <a:moveTo>
                  <a:pt x="0" y="0"/>
                </a:moveTo>
                <a:lnTo>
                  <a:pt x="1425988" y="0"/>
                </a:lnTo>
                <a:lnTo>
                  <a:pt x="1425988" y="931017"/>
                </a:lnTo>
                <a:lnTo>
                  <a:pt x="0" y="9310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662653" y="3403664"/>
            <a:ext cx="6922863" cy="7119364"/>
          </a:xfrm>
          <a:custGeom>
            <a:avLst/>
            <a:gdLst/>
            <a:ahLst/>
            <a:cxnLst/>
            <a:rect l="l" t="t" r="r" b="b"/>
            <a:pathLst>
              <a:path w="6922863" h="7119364">
                <a:moveTo>
                  <a:pt x="0" y="0"/>
                </a:moveTo>
                <a:lnTo>
                  <a:pt x="6922864" y="0"/>
                </a:lnTo>
                <a:lnTo>
                  <a:pt x="6922864" y="7119364"/>
                </a:lnTo>
                <a:lnTo>
                  <a:pt x="0" y="71193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902530" y="3710680"/>
            <a:ext cx="1900400" cy="1862033"/>
          </a:xfrm>
          <a:custGeom>
            <a:avLst/>
            <a:gdLst/>
            <a:ahLst/>
            <a:cxnLst/>
            <a:rect l="l" t="t" r="r" b="b"/>
            <a:pathLst>
              <a:path w="1900400" h="1862033">
                <a:moveTo>
                  <a:pt x="0" y="0"/>
                </a:moveTo>
                <a:lnTo>
                  <a:pt x="1900400" y="0"/>
                </a:lnTo>
                <a:lnTo>
                  <a:pt x="1900400" y="1862033"/>
                </a:lnTo>
                <a:lnTo>
                  <a:pt x="0" y="18620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92" b="-3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897652" y="4865612"/>
            <a:ext cx="1885603" cy="1862033"/>
          </a:xfrm>
          <a:custGeom>
            <a:avLst/>
            <a:gdLst/>
            <a:ahLst/>
            <a:cxnLst/>
            <a:rect l="l" t="t" r="r" b="b"/>
            <a:pathLst>
              <a:path w="1885603" h="1862033">
                <a:moveTo>
                  <a:pt x="0" y="0"/>
                </a:moveTo>
                <a:lnTo>
                  <a:pt x="1885604" y="0"/>
                </a:lnTo>
                <a:lnTo>
                  <a:pt x="1885604" y="1862033"/>
                </a:lnTo>
                <a:lnTo>
                  <a:pt x="0" y="18620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880989" y="5796629"/>
            <a:ext cx="1885603" cy="2085949"/>
          </a:xfrm>
          <a:custGeom>
            <a:avLst/>
            <a:gdLst/>
            <a:ahLst/>
            <a:cxnLst/>
            <a:rect l="l" t="t" r="r" b="b"/>
            <a:pathLst>
              <a:path w="1885603" h="2085949">
                <a:moveTo>
                  <a:pt x="0" y="0"/>
                </a:moveTo>
                <a:lnTo>
                  <a:pt x="1885604" y="0"/>
                </a:lnTo>
                <a:lnTo>
                  <a:pt x="1885604" y="2085948"/>
                </a:lnTo>
                <a:lnTo>
                  <a:pt x="0" y="20859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116690" y="6256244"/>
            <a:ext cx="1178502" cy="1166717"/>
          </a:xfrm>
          <a:custGeom>
            <a:avLst/>
            <a:gdLst/>
            <a:ahLst/>
            <a:cxnLst/>
            <a:rect l="l" t="t" r="r" b="b"/>
            <a:pathLst>
              <a:path w="1178502" h="1166717">
                <a:moveTo>
                  <a:pt x="0" y="0"/>
                </a:moveTo>
                <a:lnTo>
                  <a:pt x="1178502" y="0"/>
                </a:lnTo>
                <a:lnTo>
                  <a:pt x="1178502" y="1166718"/>
                </a:lnTo>
                <a:lnTo>
                  <a:pt x="0" y="11667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2158460" y="7522688"/>
            <a:ext cx="5822509" cy="2065299"/>
            <a:chOff x="0" y="0"/>
            <a:chExt cx="7763346" cy="27537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763346" cy="2753732"/>
            </a:xfrm>
            <a:custGeom>
              <a:avLst/>
              <a:gdLst/>
              <a:ahLst/>
              <a:cxnLst/>
              <a:rect l="l" t="t" r="r" b="b"/>
              <a:pathLst>
                <a:path w="7763346" h="2753732">
                  <a:moveTo>
                    <a:pt x="0" y="0"/>
                  </a:moveTo>
                  <a:lnTo>
                    <a:pt x="7763346" y="0"/>
                  </a:lnTo>
                  <a:lnTo>
                    <a:pt x="7763346" y="2753732"/>
                  </a:lnTo>
                  <a:lnTo>
                    <a:pt x="0" y="2753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22312" y="295598"/>
              <a:ext cx="1882495" cy="2162535"/>
            </a:xfrm>
            <a:custGeom>
              <a:avLst/>
              <a:gdLst/>
              <a:ahLst/>
              <a:cxnLst/>
              <a:rect l="l" t="t" r="r" b="b"/>
              <a:pathLst>
                <a:path w="1882495" h="2162535">
                  <a:moveTo>
                    <a:pt x="0" y="0"/>
                  </a:moveTo>
                  <a:lnTo>
                    <a:pt x="1882495" y="0"/>
                  </a:lnTo>
                  <a:lnTo>
                    <a:pt x="1882495" y="2162536"/>
                  </a:lnTo>
                  <a:lnTo>
                    <a:pt x="0" y="21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33468" y="917911"/>
              <a:ext cx="949026" cy="917911"/>
            </a:xfrm>
            <a:custGeom>
              <a:avLst/>
              <a:gdLst/>
              <a:ahLst/>
              <a:cxnLst/>
              <a:rect l="l" t="t" r="r" b="b"/>
              <a:pathLst>
                <a:path w="949026" h="917911">
                  <a:moveTo>
                    <a:pt x="0" y="0"/>
                  </a:moveTo>
                  <a:lnTo>
                    <a:pt x="949027" y="0"/>
                  </a:lnTo>
                  <a:lnTo>
                    <a:pt x="949027" y="917910"/>
                  </a:lnTo>
                  <a:lnTo>
                    <a:pt x="0" y="917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489249" y="295598"/>
              <a:ext cx="311156" cy="2162535"/>
            </a:xfrm>
            <a:custGeom>
              <a:avLst/>
              <a:gdLst/>
              <a:ahLst/>
              <a:cxnLst/>
              <a:rect l="l" t="t" r="r" b="b"/>
              <a:pathLst>
                <a:path w="311156" h="2162535">
                  <a:moveTo>
                    <a:pt x="0" y="0"/>
                  </a:moveTo>
                  <a:lnTo>
                    <a:pt x="311156" y="0"/>
                  </a:lnTo>
                  <a:lnTo>
                    <a:pt x="311156" y="2162536"/>
                  </a:lnTo>
                  <a:lnTo>
                    <a:pt x="0" y="21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61030" y="588402"/>
              <a:ext cx="3355632" cy="5175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10"/>
                </a:lnSpc>
              </a:pPr>
              <a:r>
                <a:rPr lang="en-US" sz="2645" b="1" spc="-52">
                  <a:solidFill>
                    <a:srgbClr val="00136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Mateo, 22 meses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61030" y="1206033"/>
              <a:ext cx="3849873" cy="1073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4"/>
                </a:lnSpc>
              </a:pPr>
              <a:r>
                <a:rPr lang="en-US" sz="1820" spc="-36">
                  <a:solidFill>
                    <a:srgbClr val="00136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 los primeros 1.000 días, perder seguimiento significa perder tiempo crítico.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7257385" y="4068616"/>
            <a:ext cx="1171640" cy="1171640"/>
          </a:xfrm>
          <a:custGeom>
            <a:avLst/>
            <a:gdLst/>
            <a:ahLst/>
            <a:cxnLst/>
            <a:rect l="l" t="t" r="r" b="b"/>
            <a:pathLst>
              <a:path w="1171640" h="1171640">
                <a:moveTo>
                  <a:pt x="0" y="0"/>
                </a:moveTo>
                <a:lnTo>
                  <a:pt x="1171640" y="0"/>
                </a:lnTo>
                <a:lnTo>
                  <a:pt x="1171640" y="1171640"/>
                </a:lnTo>
                <a:lnTo>
                  <a:pt x="0" y="117164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1305633" y="5316112"/>
            <a:ext cx="1069642" cy="1069642"/>
          </a:xfrm>
          <a:custGeom>
            <a:avLst/>
            <a:gdLst/>
            <a:ahLst/>
            <a:cxnLst/>
            <a:rect l="l" t="t" r="r" b="b"/>
            <a:pathLst>
              <a:path w="1069642" h="1069642">
                <a:moveTo>
                  <a:pt x="0" y="0"/>
                </a:moveTo>
                <a:lnTo>
                  <a:pt x="1069642" y="0"/>
                </a:lnTo>
                <a:lnTo>
                  <a:pt x="1069642" y="1069641"/>
                </a:lnTo>
                <a:lnTo>
                  <a:pt x="0" y="10696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229504" y="638662"/>
            <a:ext cx="7676879" cy="469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211" b="1" spc="-64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 problema empieza entre un control y otro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3938" y="1511396"/>
            <a:ext cx="11442205" cy="1817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12"/>
              </a:lnSpc>
            </a:pPr>
            <a:r>
              <a:rPr lang="en-US" sz="6465" b="1" spc="-129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 problema no es falta de cuidado. Es falta de continuidad.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63600" y="1123950"/>
            <a:ext cx="3677422" cy="1415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0782"/>
              </a:lnSpc>
            </a:pPr>
            <a:r>
              <a:rPr lang="en-US" sz="9802" b="1" spc="-196" dirty="0">
                <a:solidFill>
                  <a:srgbClr val="ED9D3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34,9%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95035" y="2471941"/>
            <a:ext cx="3545987" cy="123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2"/>
              </a:lnSpc>
            </a:pPr>
            <a:r>
              <a:rPr lang="en-US" sz="2682" b="1" spc="-53" dirty="0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 </a:t>
            </a:r>
            <a:r>
              <a:rPr lang="en-US" sz="2682" b="1" spc="-53" dirty="0" err="1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niños</a:t>
            </a:r>
            <a:r>
              <a:rPr lang="en-US" sz="2682" b="1" spc="-53" dirty="0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 6 a 35 meses </a:t>
            </a:r>
            <a:r>
              <a:rPr lang="en-US" sz="2682" b="1" spc="-53" dirty="0" err="1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presentó</a:t>
            </a:r>
            <a:r>
              <a:rPr lang="en-US" sz="2682" b="1" spc="-53" dirty="0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anemia </a:t>
            </a:r>
            <a:r>
              <a:rPr lang="en-US" sz="2682" b="1" spc="-53" dirty="0" err="1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</a:t>
            </a:r>
            <a:r>
              <a:rPr lang="en-US" sz="2682" b="1" spc="-53" dirty="0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Perú </a:t>
            </a:r>
            <a:r>
              <a:rPr lang="en-US" sz="2682" b="1" spc="-53" dirty="0" err="1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</a:t>
            </a:r>
            <a:r>
              <a:rPr lang="en-US" sz="2682" b="1" spc="-53" dirty="0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2025.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27227" y="3834981"/>
            <a:ext cx="2632073" cy="27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83"/>
              </a:lnSpc>
            </a:pPr>
            <a:r>
              <a:rPr lang="en-US" sz="1746" spc="-34">
                <a:solidFill>
                  <a:srgbClr val="001362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Fuente: INEI – ENDES 2025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88811" y="5620338"/>
            <a:ext cx="2727839" cy="604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9"/>
              </a:lnSpc>
            </a:pPr>
            <a:r>
              <a:rPr lang="en-US" sz="4354" b="1" spc="-87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Transporte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61561" y="6763485"/>
            <a:ext cx="2757787" cy="608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89"/>
              </a:lnSpc>
              <a:spcBef>
                <a:spcPct val="0"/>
              </a:spcBef>
            </a:pPr>
            <a:r>
              <a:rPr lang="en-US" sz="4354" b="1" u="none" strike="noStrike" spc="-87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Tiempo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870589" y="7838257"/>
            <a:ext cx="3670704" cy="120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89"/>
              </a:lnSpc>
              <a:spcBef>
                <a:spcPct val="0"/>
              </a:spcBef>
            </a:pPr>
            <a:r>
              <a:rPr lang="en-US" sz="4354" b="1" u="none" strike="noStrike" spc="-87">
                <a:solidFill>
                  <a:srgbClr val="00136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Control postergado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793165" y="5143500"/>
            <a:ext cx="1042212" cy="374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9"/>
              </a:lnSpc>
            </a:pPr>
            <a:r>
              <a:rPr lang="en-US" sz="2469" b="1">
                <a:solidFill>
                  <a:srgbClr val="222222"/>
                </a:solidFill>
                <a:latin typeface="Inter Medium"/>
                <a:ea typeface="Inter Medium"/>
                <a:cs typeface="Inter Medium"/>
                <a:sym typeface="Inter Medium"/>
              </a:rPr>
              <a:t>Espera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6698" y="231227"/>
            <a:ext cx="17594605" cy="9824545"/>
          </a:xfrm>
          <a:custGeom>
            <a:avLst/>
            <a:gdLst/>
            <a:ahLst/>
            <a:cxnLst/>
            <a:rect l="l" t="t" r="r" b="b"/>
            <a:pathLst>
              <a:path w="17594605" h="9824545">
                <a:moveTo>
                  <a:pt x="0" y="0"/>
                </a:moveTo>
                <a:lnTo>
                  <a:pt x="17594604" y="0"/>
                </a:lnTo>
                <a:lnTo>
                  <a:pt x="17594604" y="9824546"/>
                </a:lnTo>
                <a:lnTo>
                  <a:pt x="0" y="982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" r="-136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173200" y="289156"/>
            <a:ext cx="3660058" cy="1386302"/>
            <a:chOff x="0" y="0"/>
            <a:chExt cx="963966" cy="3651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3966" cy="365117"/>
            </a:xfrm>
            <a:custGeom>
              <a:avLst/>
              <a:gdLst/>
              <a:ahLst/>
              <a:cxnLst/>
              <a:rect l="l" t="t" r="r" b="b"/>
              <a:pathLst>
                <a:path w="963966" h="365117">
                  <a:moveTo>
                    <a:pt x="0" y="0"/>
                  </a:moveTo>
                  <a:lnTo>
                    <a:pt x="963966" y="0"/>
                  </a:lnTo>
                  <a:lnTo>
                    <a:pt x="963966" y="365117"/>
                  </a:lnTo>
                  <a:lnTo>
                    <a:pt x="0" y="365117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963966" cy="3651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28046" y="1898940"/>
            <a:ext cx="3330660" cy="6177979"/>
          </a:xfrm>
          <a:custGeom>
            <a:avLst/>
            <a:gdLst/>
            <a:ahLst/>
            <a:cxnLst/>
            <a:rect l="l" t="t" r="r" b="b"/>
            <a:pathLst>
              <a:path w="3330660" h="6177979">
                <a:moveTo>
                  <a:pt x="0" y="0"/>
                </a:moveTo>
                <a:lnTo>
                  <a:pt x="3330660" y="0"/>
                </a:lnTo>
                <a:lnTo>
                  <a:pt x="3330660" y="6177979"/>
                </a:lnTo>
                <a:lnTo>
                  <a:pt x="0" y="6177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47020"/>
          </a:xfrm>
          <a:custGeom>
            <a:avLst/>
            <a:gdLst/>
            <a:ahLst/>
            <a:cxnLst/>
            <a:rect l="l" t="t" r="r" b="b"/>
            <a:pathLst>
              <a:path w="18288000" h="1044702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</Words>
  <Application>Microsoft Office PowerPoint</Application>
  <PresentationFormat>Custom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Inter Bold</vt:lpstr>
      <vt:lpstr>HK Grotesk Bold</vt:lpstr>
      <vt:lpstr>Calibri</vt:lpstr>
      <vt:lpstr>Arimo</vt:lpstr>
      <vt:lpstr>Inter Medium</vt:lpstr>
      <vt:lpstr>HK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NUTRIVISION_ CRECER MEJOR</dc:title>
  <cp:lastModifiedBy>ALUMNO - LADY LUZ LOAYZA RODRIGUEZ</cp:lastModifiedBy>
  <cp:revision>2</cp:revision>
  <dcterms:created xsi:type="dcterms:W3CDTF">2006-08-16T00:00:00Z</dcterms:created>
  <dcterms:modified xsi:type="dcterms:W3CDTF">2026-08-17T03:05:22Z</dcterms:modified>
  <dc:identifier>DAHRMl6Wu-0</dc:identifier>
</cp:coreProperties>
</file>